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5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05995" y="1371600"/>
            <a:ext cx="453201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MediBhasha</a:t>
            </a:r>
            <a:r>
              <a:rPr dirty="0">
                <a:solidFill>
                  <a:schemeClr val="bg1"/>
                </a:solidFill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0940" y="2194560"/>
            <a:ext cx="44621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chemeClr val="bg1"/>
                </a:solidFill>
              </a:rPr>
              <a:t>Breaking Language Barriers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5083" y="3200400"/>
            <a:ext cx="15938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C7293"/>
                </a:solidFill>
              </a:defRPr>
            </a:pPr>
            <a:r>
              <a:rPr dirty="0">
                <a:solidFill>
                  <a:schemeClr val="bg1"/>
                </a:solidFill>
              </a:rPr>
              <a:t>Team: </a:t>
            </a:r>
            <a:r>
              <a:rPr dirty="0" err="1">
                <a:solidFill>
                  <a:schemeClr val="bg1"/>
                </a:solidFill>
              </a:rPr>
              <a:t>NebulaForge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1947" y="3566160"/>
            <a:ext cx="18001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C7293"/>
                </a:solidFill>
              </a:defRPr>
            </a:pPr>
            <a:r>
              <a:rPr dirty="0" smtClean="0">
                <a:solidFill>
                  <a:schemeClr val="bg1"/>
                </a:solidFill>
              </a:rPr>
              <a:t>Leader:</a:t>
            </a:r>
            <a:r>
              <a:rPr lang="en-US" dirty="0" smtClean="0">
                <a:solidFill>
                  <a:schemeClr val="bg1"/>
                </a:solidFill>
              </a:rPr>
              <a:t> Manish Tiwari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0975" y="3931920"/>
            <a:ext cx="44420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C7293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Problem: Bridging India's Language Divide in AI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dirty="0"/>
              <a:t>Brief About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The Idea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dirty="0" err="1"/>
              <a:t>MediBhasha</a:t>
            </a:r>
            <a:r>
              <a:rPr dirty="0"/>
              <a:t> AI is a voice-first, multilingual healthcare assistant providing instant symptom analysis, medicine information, first-aid guidance, and doctor discovery in 22 Indian languages.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Key Innovation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Privacy-first design with zero personal health data storage, leveraging AWS Bedrock for natural language processing to break language barriers preventing millions from accessing quality healthcare.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7153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2800" dirty="0"/>
              <a:t>Solution Differentiation &amp; USP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344" y="36576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How It's Different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Operates entirely in regional languages with zero data retention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Voice-first interface optimized for low-literacy users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No expensive medical record storage infrastructure needed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How It Solves the Problem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Provides medical information access to 800+ million non-English speakers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Eliminates need for expensive consultations for basic queries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Reduces misinformation from unverified sources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Enables emergency first-aid in critical situations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Unique Selling Points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Real-time translation across 22 Indian languages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Stateless architecture ensuring complete privacy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Offline-capable core features for rural connectivity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Integration with India's public health databases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8132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2400" dirty="0"/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2554"/>
            <a:ext cx="7863840" cy="4390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🎤 Multilingual Voice Assistant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Natural conversation with regional accent understanding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🏥 AI Symptom Analyzer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Preliminary assessment with emergency red flag detection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💊 Medicine Information Hub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Drug interactions, dosage guidance, generic alternatives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🚑 First-Aid Guidance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Step-by-step emergency instructions for critical situations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👨‍⚕️ Doctor Discovery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Specialization search, hospital integration, </a:t>
            </a:r>
            <a:r>
              <a:rPr sz="1200" dirty="0" smtClean="0"/>
              <a:t>teleconsultation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 smtClean="0"/>
              <a:t>📚 Health Literacy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200" dirty="0" smtClean="0"/>
              <a:t>Preventive </a:t>
            </a:r>
            <a:r>
              <a:rPr sz="1200" dirty="0"/>
              <a:t>care education in simple regional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5737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1600" dirty="0"/>
              <a:t>Process Flow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93591"/>
            <a:ext cx="786384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400" dirty="0"/>
              <a:t>User Journey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1. User opens app → Language selection (voice/text)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2. Voice input in regional language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3. AWS Transcribe converts speech to text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4. AWS Bedrock (Claude) processes medical query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5. Information retrieval from knowledge bases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6. AWS Polly generates natural voice response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7. Response delivered in user's language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8. Optional: Doctor referral or emergency alert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400" dirty="0"/>
              <a:t>Privacy Architecture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✓ No session data stored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✓ Only anonymized query patterns for improvement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✓ Login credentials encrypted with AWS </a:t>
            </a:r>
            <a:r>
              <a:rPr sz="1400" dirty="0" err="1"/>
              <a:t>Cognito</a:t>
            </a:r>
            <a:endParaRPr sz="1400" dirty="0"/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✓ Zero health records or personal identifiers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6428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1600" dirty="0"/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0939"/>
            <a:ext cx="7863840" cy="43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AWS AI Services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Amazon Bedrock (Claude 3.5 Sonnet) - Medical reasoning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Amazon Transcribe - Multilingual speech recognition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Amazon Polly - Neural text-to-speech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Amazon Translate - Language translation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Infrastructure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AWS Lambda - </a:t>
            </a:r>
            <a:r>
              <a:rPr sz="1200" dirty="0" err="1"/>
              <a:t>Serverless</a:t>
            </a:r>
            <a:r>
              <a:rPr sz="1200" dirty="0"/>
              <a:t> compute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API Gateway - Request routing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 err="1"/>
              <a:t>DynamoDB</a:t>
            </a:r>
            <a:r>
              <a:rPr sz="1200" dirty="0"/>
              <a:t> - Session management (login only)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 err="1"/>
              <a:t>CloudFront</a:t>
            </a:r>
            <a:r>
              <a:rPr sz="1200" dirty="0"/>
              <a:t> &amp; S3 - Content delivery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Security &amp; </a:t>
            </a:r>
            <a:r>
              <a:rPr sz="1200" dirty="0" err="1"/>
              <a:t>Auth</a:t>
            </a:r>
            <a:endParaRPr sz="1200" dirty="0"/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AWS </a:t>
            </a:r>
            <a:r>
              <a:rPr sz="1200" dirty="0" err="1"/>
              <a:t>Cognito</a:t>
            </a:r>
            <a:r>
              <a:rPr sz="1200" dirty="0"/>
              <a:t> - Secure authentication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AWS WAF - Firewall protection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KMS - Encryption at rest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IAM - Fine-grained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8944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1600" dirty="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314"/>
            <a:ext cx="786384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System Architecture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Mobile App (React Native) ←→ API Gateway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↓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AWS Lambda Functions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↓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AWS Bedrock (Medical AI) + External Health APIs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↓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Transcribe (Speech) ←→ Translate (Language) ←→ Polly (Voice)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↓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Response to User (No Data Storage)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External Integrations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AYUSH Portal (Government health database)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CDSCO Drug Database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 err="1"/>
              <a:t>eSanjeevani</a:t>
            </a:r>
            <a:r>
              <a:rPr sz="1200" dirty="0"/>
              <a:t> (Telemedicine platform)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National Health Portal (NHP)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dirty="0"/>
              <a:t>Implementation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Development (3 months)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Team (4 developers, 1 designer): ₹15,00,000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AWS development credits: ₹50,000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UI/UX design &amp; prototyping: ₹2,00,000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Medical knowledge curation: ₹3,00,000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Total: ₹20,50,000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Monthly Operations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AWS Bedrock API calls: ₹8,00,000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Transcribe &amp; Polly: ₹2,50,000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Infrastructure: ₹1,50,000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Database &amp; caching: ₹50,000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Total: ₹13,50,000/month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dirty="0"/>
              <a:t>Cost Optimization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Caching frequent queries (60% reduction)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Government partnership for subsidized AWS pricing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dirty="0"/>
              <a:t>Regional deployment for bandwidth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0907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2400" dirty="0"/>
              <a:t>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7425"/>
            <a:ext cx="7863840" cy="406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Social Impact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Target: 800M+ non-English speaking Indians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Reduces healthcare information inequality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Empowers rural and semi-urban populations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Supports Digital India &amp; </a:t>
            </a:r>
            <a:r>
              <a:rPr sz="1200" dirty="0" err="1"/>
              <a:t>Ayushman</a:t>
            </a:r>
            <a:r>
              <a:rPr sz="1200" dirty="0"/>
              <a:t> Bharat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Scalability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 err="1"/>
              <a:t>Serverless</a:t>
            </a:r>
            <a:r>
              <a:rPr sz="1200" dirty="0"/>
              <a:t> architecture supports 10M+ concurrent users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Auto-scaling based on demand patterns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Regional edge locations for &lt;100ms response time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200" dirty="0"/>
              <a:t>Future Roadmap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Wearables integration for vitals monitoring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Prescription scanning &amp; medication reminders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Chronic disease management modules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200" dirty="0"/>
              <a:t>Mental health support in regional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1448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rPr sz="2800" dirty="0"/>
              <a:t>Compliance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8980"/>
            <a:ext cx="7863840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400" dirty="0"/>
              <a:t>Regulatory Compliance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Digital Information Security in Healthcare Act (DISHA)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GDPR-compliant for international users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ISO 27001 security standards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Regular security audits and penetration testing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400" dirty="0"/>
              <a:t>Team Expertise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Astrophysics/Cosmology: Data-driven approach from cosmic research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AI/ML Specialization: Custom model development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Large-scale data processing experience</a:t>
            </a:r>
          </a:p>
          <a:p>
            <a:pPr lvl="1">
              <a:spcAft>
                <a:spcPts val="4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Cross-functional skills for end-to-end development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1C7293"/>
                </a:solidFill>
              </a:defRPr>
            </a:pPr>
            <a:r>
              <a:rPr sz="1400" dirty="0"/>
              <a:t>Why We'll Succeed</a:t>
            </a:r>
          </a:p>
          <a:p>
            <a:pPr>
              <a:spcAft>
                <a:spcPts val="800"/>
              </a:spcAft>
              <a:defRPr sz="1400">
                <a:solidFill>
                  <a:srgbClr val="202729"/>
                </a:solidFill>
              </a:defRPr>
            </a:pPr>
            <a:r>
              <a:rPr sz="1400" dirty="0"/>
              <a:t>Combining scientific rigor with social impact focus and deep technical expertise in AI/ML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1C7293"/>
                </a:solidFill>
              </a:defRPr>
            </a:pPr>
            <a:r>
              <a:t>"Breaking Language Barriers, Building Healthier Bharat"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2312" y="3657600"/>
            <a:ext cx="59393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Team </a:t>
            </a:r>
            <a:r>
              <a:rPr dirty="0" err="1"/>
              <a:t>NebulaForge</a:t>
            </a: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lang="en-US" dirty="0" smtClean="0"/>
              <a:t>astromanish2105@gmail.com</a:t>
            </a:r>
            <a:r>
              <a:rPr dirty="0" smtClean="0"/>
              <a:t> |</a:t>
            </a:r>
            <a:r>
              <a:rPr lang="en-IN" dirty="0" smtClean="0"/>
              <a:t>https</a:t>
            </a:r>
            <a:r>
              <a:rPr lang="en-IN" dirty="0"/>
              <a:t>://github.com/manisht21/MediBhasha-AI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743</Words>
  <Application>Microsoft Office PowerPoint</Application>
  <PresentationFormat>On-screen Show (16:9)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2026-02-15T18:29:50Z</dcterms:modified>
  <cp:category/>
</cp:coreProperties>
</file>